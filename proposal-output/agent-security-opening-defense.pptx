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8503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5669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1722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536192" y="56692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61722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安全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16352" y="5669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6172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图解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4572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Agent 的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运行时安全观测与控制平台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先说明网上 Agent 安全的现状与未来，再明确本项目定位：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不是再造一个 Agent，而是为 Agent 执行链提供可验证、可回放、可管控的安全底座。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3813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" y="414223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内核事实层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810512" y="3703320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83664" y="3813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83664" y="414223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语义声明层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026664" y="3703320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9816" y="3813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99816" y="414223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运行时控制层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623560" y="822960"/>
            <a:ext cx="2788920" cy="3493008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124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定位一句话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88736" y="1627632"/>
            <a:ext cx="2240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Agent 的「承诺」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和操作系统里的「事实」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对齐起来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66928" y="46451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项目立项答辩多章节版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多章节答辩结构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4 个章节把“现状—定位—路线—实施”讲清楚，流程图由 Graphviz 生成并插入。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7726680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38074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431036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92224" y="13350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现状与趋势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55264" y="1353312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Agent 安全已经从内容问题变成执行链问题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1984248"/>
            <a:ext cx="7726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213055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18084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92224" y="2084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55264" y="2103120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本项目做什么、不做什么，以及与现有方案的边界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2734056"/>
            <a:ext cx="7726680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288036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9306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92224" y="28346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55264" y="28529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事实层、语义层、控制层、展示层如何闭环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483864"/>
            <a:ext cx="7726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363016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6804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92224" y="35844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实施与验证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55264" y="3602736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阶段计划、评测方法、风险边界和预期成果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10896"/>
            <a:ext cx="8503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13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现状与趋势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22494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先回答为什么现在需要做 Agent 运行时安全。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威胁链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未来治理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115568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8132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19088" y="23957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多章节答辩结构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 Agent 安全现状：风险从“回答错”变成“执行错”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拥有工具、文件、网络、浏览器和代码执行权限后，攻击面变成连续运行时链路。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" y="1170432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801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1：自主性扩大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664208"/>
            <a:ext cx="231343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应用风险已包含 Excessive Agency：过度授权会带来可靠性、隐私与信任问题。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的“多步计划 + 工具调用”让单点过滤难以覆盖完整后果。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273552" y="1170432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92424" y="129844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2801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2：攻击入口外移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8144" y="1664208"/>
            <a:ext cx="231343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提示注入可以藏在网页、Issue、README、依赖脚本和本地文件中。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攻击者不一定要突破系统，只要诱导 Agent 合法地做错事。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71616" y="1170432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298448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2801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3：可观测性不足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664208"/>
            <a:ext cx="231343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企业通常能看到最终文件变更，却难还原每个进程、网络端点和工具调用。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缺少运行时事实会导致误报、漏报和事故复盘困难。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13232" y="42245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答辩引导：这不是“模型安全”单点问题，而是 Agent 执行链安全问题。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4846320"/>
            <a:ext cx="7635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OWASP Top 10 for LLM Applications / OWASP Agentic AI Threats and Mitigations.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典型威胁链：Prompt → Tool → Process →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流程图：把网上讨论的 Agent 安全问题翻译成可答辩的工程攻击面。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pic>
        <p:nvPicPr>
          <p:cNvPr id="8" name="Image 0" descr="01-threat-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61872"/>
            <a:ext cx="7818120" cy="1554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3182112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" y="3310128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2918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攻击特点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7824" y="367588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跨层联动：自然语言、工具、进程、网络同时参与。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364992" y="3182112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83864" y="331012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21024" y="32918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防御难点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29584" y="367588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只拦截易误伤，只看日志又太晚。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016752" y="3182112"/>
            <a:ext cx="23957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35624" y="3310128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32918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项目切入口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81344" y="367588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eBPF 事实 + hooks 语义 + wrapper 控制。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41248" y="4352544"/>
            <a:ext cx="7452360" cy="329184"/>
          </a:xfrm>
          <a:prstGeom prst="roundRect">
            <a:avLst>
              <a:gd name="adj" fmla="val 33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4453128"/>
            <a:ext cx="7150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关键判断：Agent 攻击不是单点漏洞，而是“提示注入 → 工具误用 → 进程漂移 → 数据外泄”的执行链问题。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未来趋势：Agent 安全会走向“可控自治”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闭环图：未来治理重点从提示词安全扩展为身份、权限、运行期治理、审计和持续评估。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pic>
        <p:nvPicPr>
          <p:cNvPr id="8" name="Image 0" descr="02-governance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234440"/>
            <a:ext cx="7635240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4407408"/>
            <a:ext cx="7644384" cy="274320"/>
          </a:xfrm>
          <a:prstGeom prst="roundRect">
            <a:avLst>
              <a:gd name="adj" fmla="val 4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489704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结论：未来不是简单“禁用 Agent”，而是让 Agent 在受约束、可解释、可追责的环境里工作。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75488" y="4846320"/>
            <a:ext cx="7635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Sources: Five Eyes “Careful Adoption of Agentic AI Services” (2026-05-01); NIST AI RMF / GenAI Profile.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10896"/>
            <a:ext cx="8503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13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22494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再回答本项目做什么、不做什么、和别人有什么区别。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115568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8132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19088" y="23957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多章节答辩结构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项目定位：Agent 执行链安全的“黑匣子 + 刹车系统”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定位图：本项目不做大模型本体，也不做完整沙箱；聚焦事实采集、语义关联和策略控制。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pic>
        <p:nvPicPr>
          <p:cNvPr id="8" name="Image 0" descr="03-position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042416"/>
            <a:ext cx="7818120" cy="34015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59028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一句话定位：给开发者和安全团队一个低侵入、可复盘、能干预的 Agent 运行时安全平面。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立项目标与研究内容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把定位落成可验收的任务，而不是停留在“安全愿景”。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207008"/>
            <a:ext cx="795528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36245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4127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8308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0" y="13258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Agent 执行链事件模型：进程、文件、网络、TLS、工具调用、策略结果。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4360" y="1956816"/>
            <a:ext cx="79552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112264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1625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83080" y="2075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0" y="20756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关联“Agent 声称的任务意图”和“系统实际行为”，识别语义不一致。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94360" y="2706624"/>
            <a:ext cx="795528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2862072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912364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28254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可控制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0" y="282549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wrapper / hooks / runtime gating 输出 ALLOW、ALERT、BLOCK、REWRITE。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94360" y="3456432"/>
            <a:ext cx="79552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361188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662172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83080" y="3575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0" y="357530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提供前端图谱、JSONL 回放、OTLP/MCP 导出与训练样本回流。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10896"/>
            <a:ext cx="8503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13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22494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把定位落到系统结构：事实层、语义层、控制层、展示层。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策略闭环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115568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8132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19088" y="23957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多章节答辩结构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技术路线：事实层 + 语义层 + 控制层 + 展示层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架构图：以 Linux 运行时事实为底座，再接入 AI CLI 语义和策略执行。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pic>
        <p:nvPicPr>
          <p:cNvPr id="8" name="Image 0" descr="04-runtime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0360" y="1060704"/>
            <a:ext cx="3383280" cy="32186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" y="1481328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0664" y="1609344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9105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语义输入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1975104"/>
            <a:ext cx="15819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hooks / wrapper 描述 Agent 自称要做什么。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621792" y="2816352"/>
            <a:ext cx="18745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0664" y="294436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926080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事实输入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6384" y="3310128"/>
            <a:ext cx="15819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eBPF 记录进程、文件、网络和 TLS 事实。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565392" y="201168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84264" y="213969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1424" y="212140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输出能力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29984" y="2505456"/>
            <a:ext cx="158191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策略命中、图谱复盘、JSONL/OTLP/MCP 导出。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41248" y="4334256"/>
            <a:ext cx="74523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4443984"/>
            <a:ext cx="7223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已有基础：Go/eBPF/Vue/wrapper/hooks 原型｜核心创新：语义声明 vs OS 事实一致性判定｜答辩亮点：事件流、执行图谱、策略命中和回放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系统原型能力：已经能支撑立项演示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从“论文式设想”推进到可以运行、可以截图、可以现场讲解的工程原型。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syscall tracepoints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874520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47672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47672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CLI hook 适配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182112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55264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55264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wrapper 本地控制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489704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62856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62856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明文片段捕获与脱敏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797296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70448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70448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执行拓扑回放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104888" y="1188720"/>
            <a:ext cx="11704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2984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OTLP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1627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可观测性导出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40080" y="2304288"/>
            <a:ext cx="24688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" y="2432304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24140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2798064"/>
            <a:ext cx="21762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exec/open/connect/mkdir/unlink/ioctl/bind/send/recv 等事件。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TLS request/response 片段脱敏、截断后展示。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3337560" y="2304288"/>
            <a:ext cx="24688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56432" y="2432304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4140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02152" y="2798064"/>
            <a:ext cx="21762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wrapper 规则返回 ALLOW/BLOCK/ALERT/REWRITE。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高危功能默认 runtime-gated。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035040" y="2304288"/>
            <a:ext cx="24688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3912" y="2432304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41401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99632" y="2798064"/>
            <a:ext cx="21762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Dashboard、Execution Graph、JSONL replay、MCP/OTLP 输出。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可转成训练样本继续优化。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创新点：不是“多加日志”，而是建立 Agent 安全语义闭环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答辩中应强调差异化：低侵入观测、语义事实对齐、策略闭环、可复盘证据。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129844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280160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双层证据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1664208"/>
            <a:ext cx="1581912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hook/wrapper 提供意图；eBPF 提供事实。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两者不一致时形成语义告警。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596896" y="1170432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15768" y="1298448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280160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低侵入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61488" y="1664208"/>
            <a:ext cx="1581912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无需修改 Agent 模型。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 PID 注册、进程继承和系统调用观测接入。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663440" y="1170432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298448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280160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可干预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1664208"/>
            <a:ext cx="1581912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不是事后看日志；wrapper 能在命令执行前决策。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策略变更可在 UI 中管理。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729984" y="1170432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298448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280160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可积累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94576" y="1664208"/>
            <a:ext cx="1581912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事件可回放、导出和转训练样本。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为后续 ML/LLM 风险评分提供数据基础。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13232" y="437083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答辩表达：项目的贡献是把 Agent 安全从“提示词防护”推进到“运行时证据与控制平面”。</a:t>
            </a:r>
            <a:endParaRPr lang="en-US" sz="12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10896"/>
            <a:ext cx="8503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13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实施与验证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22494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最后说明阶段计划、可行性、风险边界和预期成果。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35808" y="3072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1226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115568"/>
            <a:ext cx="2148840" cy="2514600"/>
          </a:xfrm>
          <a:prstGeom prst="roundRect">
            <a:avLst>
              <a:gd name="adj" fmla="val 5106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81328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19088" y="23957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多章节答辩结构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实施计划与阶段成果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Graphviz 路线图：按立项答辩习惯给出明确路线，强调阶段递进和评估回流。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pic>
        <p:nvPicPr>
          <p:cNvPr id="8" name="Image 0" descr="05-implementation-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234440"/>
            <a:ext cx="7909560" cy="2679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517136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预期成果：原型系统、威胁模型与安全模型文档、典型 Agent 工作流评测、演示视频/截图、可投稿技术报告。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可行性：仓库已有工程骨架，后续重点是收敛与验证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说明为什么该项目不是空想：核心链路已经跑通，立项后可以集中打磨边界、评测和展示。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316736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29844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工程基础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168249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Go + eBPF 后端已经具备 syscall ringbuf、pinned maps、WebSocket/API。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 3 前端已有 Dashboard、Network、Execution Graph、Config 等页面。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328416" y="1188720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1316736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29844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168249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release-mode token、hook secret、UDS 0600、peer credential、危险功能 gate。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已有 threat-model/security-model/policy-semantics 文档。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62472" y="1188720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31673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29844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168249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 JSONL、图谱回放、benchmark、ML/LLM 评分链路可作为评估材料。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后续重点补齐代表性 Agent 场景集。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9808" y="43159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风险控制：诚实说明非目标——不防 root/恶意内核，不替代容器或企业 EDR；用清晰边界换取可落地。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92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234440" y="2011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结论：项目定位清晰、问题真实、路线可落地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621792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从网上 Agent 安全趋势出发，落到本项目可实现的运行时安全底座。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932688"/>
            <a:ext cx="8247888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69087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47411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答辩收束三句话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1847088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Agent 安全的核心矛盾，是自主执行能力和可控性之间的矛盾。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本项目的定位，是补齐 Agent 执行链的事实观测、语义关联和策略控制。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现有原型已经覆盖关键链路，后续工作可以围绕评测、体验和硬化持续推进。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66360" y="1325880"/>
            <a:ext cx="3246120" cy="2395728"/>
          </a:xfrm>
          <a:prstGeom prst="roundRect">
            <a:avLst>
              <a:gd name="adj" fmla="val 4580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项目关键词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20848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351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运行时证据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76288" y="20848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21351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25420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5923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语义一致性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76288" y="25420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5923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可回放审计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2999232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04952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策略闭环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4425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" y="4791456"/>
            <a:ext cx="7863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主要来源：Five Eyes Careful Adoption of Agentic AI Services (2026-05-01); OWASP Agentic AI Threats and Mitigations (2025); OWASP Top 10 for LLM Applications; NIST AI RMF / GenAI Profile。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Agent eBPF Filter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AI Agent 的运行时安全观测与控制平台</dc:title>
  <dc:subject>Agent 安全立项答辩</dc:subject>
  <dc:creator>Codex</dc:creator>
  <cp:lastModifiedBy>Codex</cp:lastModifiedBy>
  <cp:revision>1</cp:revision>
  <dcterms:created xsi:type="dcterms:W3CDTF">2026-05-11T13:38:00Z</dcterms:created>
  <dcterms:modified xsi:type="dcterms:W3CDTF">2026-05-11T13:38:00Z</dcterms:modified>
</cp:coreProperties>
</file>